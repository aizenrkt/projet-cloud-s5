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iCcrs3IshxCTG/Sov33/s36LMa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8" y="0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6188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246188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246188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246188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246188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246188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246188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246188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246188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246188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246188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1246188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1246188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:notes"/>
          <p:cNvSpPr/>
          <p:nvPr>
            <p:ph idx="2" type="sldImg"/>
          </p:nvPr>
        </p:nvSpPr>
        <p:spPr>
          <a:xfrm>
            <a:off x="1246188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1246188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5" name="Google Shape;15;p15"/>
          <p:cNvSpPr txBox="1"/>
          <p:nvPr/>
        </p:nvSpPr>
        <p:spPr>
          <a:xfrm>
            <a:off x="3109087" y="6642100"/>
            <a:ext cx="2954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Confidential - Not for Public Consumption or Distribution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fr-FR"/>
              <a:t>Projet Cloud S5</a:t>
            </a:r>
            <a:br>
              <a:rPr lang="fr-FR"/>
            </a:br>
            <a:r>
              <a:rPr lang="fr-FR"/>
              <a:t>Travail en groupe de 4.</a:t>
            </a:r>
            <a:br>
              <a:rPr lang="fr-FR"/>
            </a:b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fr-FR"/>
              <a:t>Promotion 17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475656" y="5085184"/>
            <a:ext cx="222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V1 du 13 janvier 2026</a:t>
            </a:r>
            <a:endParaRPr b="0" i="0" sz="1800" u="none" cap="none" strike="noStrike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highlight>
                  <a:srgbClr val="D5A6BD"/>
                </a:highlight>
                <a:latin typeface="Calibri"/>
                <a:ea typeface="Calibri"/>
                <a:cs typeface="Calibri"/>
                <a:sym typeface="Calibri"/>
              </a:rPr>
              <a:t>V2 du 20 janvier 2026</a:t>
            </a:r>
            <a:endParaRPr sz="1800">
              <a:solidFill>
                <a:schemeClr val="dk1"/>
              </a:solidFill>
              <a:highlight>
                <a:srgbClr val="D5A6B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Objectifs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Mettre en place un projet de fournisseur d’identité sur un des plateformes suivantes (docker) 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Php mvc (pas de flightPhp)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Java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.Net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Node Js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API seulement (pas d’interface)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Module Authentification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On utilise Firebase s’il y a une connexion Internet ou une Base local (postgres) dans docker (si pas de connexion)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Ci-dessous les fonctionnalités minimales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Authentification (email/pwd)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Inscription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Modification infos users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Module Authentification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Ci-dessous les fonctionnalités minimales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Durée de vie des sessions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Limite des nombres ( paramétrable, par défaut 3 ) de tentatives de connexion pour un compte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/>
              <a:t>Un API REST peut réinitialiser le blocage pour un utilisateur donné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Documentation API via Swagger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Module Cartes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Installer un serveur de carte Offline sur Docker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Télécharger la ville d’Antananarivo avec les rues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Utiliser leaflet pour afficher/manipuler la carte dans l’application web</a:t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Module Web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C’est une application </a:t>
            </a:r>
            <a:r>
              <a:rPr lang="fr-FR">
                <a:highlight>
                  <a:srgbClr val="D5A6BD"/>
                </a:highlight>
              </a:rPr>
              <a:t>qui permet de suivre les travaux routiers sur la ville d’Antananarivo pour les visiteurs et de gérer les données pour le manager</a:t>
            </a:r>
            <a:endParaRPr>
              <a:highlight>
                <a:srgbClr val="D5A6BD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Module Web</a:t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Utiliser l’API Rest Authentification pour se logguer et créer un compte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>
                <a:highlight>
                  <a:srgbClr val="D5A6BD"/>
                </a:highlight>
              </a:rPr>
              <a:t>2</a:t>
            </a:r>
            <a:r>
              <a:rPr lang="fr-FR"/>
              <a:t> profils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Visiteur (sans compte)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Manager (compte à créer par défaut 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Module Web</a:t>
            </a:r>
            <a:endParaRPr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Visiteurs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Voir la carte avec les différents points représentants les problèmes routiers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696" y="3197838"/>
            <a:ext cx="4392488" cy="29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Module Web</a:t>
            </a:r>
            <a:endParaRPr/>
          </a:p>
        </p:txBody>
      </p:sp>
      <p:sp>
        <p:nvSpPr>
          <p:cNvPr id="140" name="Google Shape;140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Visiteurs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Lorsqu’on survole un point, on doit voir les infos sur le problème ( date, status (nouveau, en cours, terminé), surface en m2, budget, entreprise concerné)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Voir le tableau de récapitulation actuel ( Nb de point, total surface, avancement en %, total budget)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Module Web</a:t>
            </a:r>
            <a:endParaRPr/>
          </a:p>
        </p:txBody>
      </p:sp>
      <p:sp>
        <p:nvSpPr>
          <p:cNvPr id="146" name="Google Shape;146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/>
              <a:t>Manager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fr-FR">
                <a:highlight>
                  <a:srgbClr val="D5A6BD"/>
                </a:highlight>
              </a:rPr>
              <a:t>Création d’un compte utilisateur</a:t>
            </a:r>
            <a:endParaRPr>
              <a:highlight>
                <a:srgbClr val="D5A6BD"/>
              </a:highlight>
            </a:endParaRPr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fr-FR"/>
              <a:t>Bouton synchronisation</a:t>
            </a:r>
            <a:endParaRPr/>
          </a:p>
          <a:p>
            <a:pPr indent="-217169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/>
              <a:t>Récupérer les signalements en ligne (firebase)</a:t>
            </a:r>
            <a:endParaRPr/>
          </a:p>
          <a:p>
            <a:pPr indent="-217169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/>
              <a:t>Envoi les données nécessaires en ligne (firebase) pour un affichage sur mobile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fr-FR"/>
              <a:t>Page pour débloquer les utilisateurs bloqués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fr-FR"/>
              <a:t>gestion des infos nécessaires sur chaque signalement (surface en m2, budget, entreprise concerné, …)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fr-FR"/>
              <a:t>Modifier les statuts de chaque signalement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Module Mobile</a:t>
            </a:r>
            <a:endParaRPr/>
          </a:p>
        </p:txBody>
      </p:sp>
      <p:sp>
        <p:nvSpPr>
          <p:cNvPr id="152" name="Google Shape;152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/>
              <a:t>Utilisateurs 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fr-FR"/>
              <a:t>Se loguer sur firebase en ligne </a:t>
            </a:r>
            <a:r>
              <a:rPr lang="fr-FR">
                <a:highlight>
                  <a:srgbClr val="D5A6BD"/>
                </a:highlight>
              </a:rPr>
              <a:t>(inscription via le manager dans l’application web uniquement)</a:t>
            </a:r>
            <a:endParaRPr>
              <a:highlight>
                <a:srgbClr val="D5A6BD"/>
              </a:highlight>
            </a:endParaRPr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fr-FR"/>
              <a:t>Signaler les problèmes routiers à partir du map (utiliser leaflet et openstreetmap en ligne)</a:t>
            </a:r>
            <a:endParaRPr/>
          </a:p>
          <a:p>
            <a:pPr indent="-217169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/>
              <a:t>Localisation 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fr-FR"/>
              <a:t>Afficher la carte et recap (cf fonctionnalités visiteurs)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fr-FR"/>
              <a:t>Mettre un filtre : afficher mes signalements uniquement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Notes</a:t>
            </a:r>
            <a:endParaRPr/>
          </a:p>
        </p:txBody>
      </p:sp>
      <p:sp>
        <p:nvSpPr>
          <p:cNvPr id="158" name="Google Shape;158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Fonctionnalités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Code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Dans github ou gitlab public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Design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Suivi des </a:t>
            </a:r>
            <a:r>
              <a:rPr lang="fr-FR"/>
              <a:t>tâches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APK pour mobile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Documentation technique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Aléa possible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fr-FR"/>
              <a:t>Technique </a:t>
            </a:r>
            <a:br>
              <a:rPr lang="fr-FR"/>
            </a:br>
            <a:endParaRPr/>
          </a:p>
        </p:txBody>
      </p:sp>
      <p:sp>
        <p:nvSpPr>
          <p:cNvPr id="164" name="Google Shape;164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Web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React/Angular/VueJS (au choix mais différent du mobile)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Mobile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Ionic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/>
              <a:t>React/Angular/VueJS ( au choix mais différent du web 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Base local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Postgres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fr-FR"/>
              <a:t>Contenu Documentation Technique </a:t>
            </a:r>
            <a:br>
              <a:rPr lang="fr-FR"/>
            </a:br>
            <a:endParaRPr/>
          </a:p>
        </p:txBody>
      </p:sp>
      <p:sp>
        <p:nvSpPr>
          <p:cNvPr id="170" name="Google Shape;170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Projet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Mettre le MCD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Présenter les scénarios d’utilisations avec copie d’écrans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Liste des membres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fr-FR"/>
              <a:t>Nom et prénoms et NumETU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Burea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2014-01-28T06:33:23Z</dcterms:created>
  <dc:creator>rojo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2024-12-17T06:06:24Z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cac5f9fe-6d26-4f36-a306-957b63f03b1f</vt:lpwstr>
  </property>
  <property fmtid="{D5CDD505-2E9C-101B-9397-08002B2CF9AE}" pid="8" name="MSIP_Label_8e19d756-792e-42a1-bcad-4cb9051ddd2d_ContentBits">
    <vt:lpwstr>2</vt:lpwstr>
  </property>
  <property fmtid="{D5CDD505-2E9C-101B-9397-08002B2CF9AE}" pid="9" name="ClassificationContentMarkingFooterLocations">
    <vt:lpwstr>Thème Office:8</vt:lpwstr>
  </property>
  <property fmtid="{D5CDD505-2E9C-101B-9397-08002B2CF9AE}" pid="10" name="ClassificationContentMarkingFooterText">
    <vt:lpwstr>Confidential - Not for Public Consumption or Distribution</vt:lpwstr>
  </property>
</Properties>
</file>